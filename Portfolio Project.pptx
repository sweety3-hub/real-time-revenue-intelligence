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FBF9D-C3E6-FA40-361F-3029B732B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86351-AEFC-3FEB-97F1-2BAA317DA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17DC-1F17-4A0C-0131-561CAC79C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037C-C67F-404C-BD90-8BCBFE4C0B56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E688A-02FD-E3BE-A72A-5109EB815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3D7CE-EB64-9F36-33F3-54F205B49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1207-4AED-4D23-BAD2-5E4BD4AE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85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71D4F-21BA-7667-7E63-B7B4D98C5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82E25-2823-E9C0-66D3-752A2C6AA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9BBF4-3396-8036-6F3F-3BFEC4DB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037C-C67F-404C-BD90-8BCBFE4C0B56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FC9A9-E171-9281-6E26-E6E1FD45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58D52-B0FF-A255-6C96-F804ADCF3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1207-4AED-4D23-BAD2-5E4BD4AE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786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90924-85A3-29BE-2B08-04C4E6E2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504E4-7599-8C8E-4437-160AFEC94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82008-4CA2-F0AB-78CB-646013F1B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037C-C67F-404C-BD90-8BCBFE4C0B56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C4962-C765-4255-433C-95530EDCE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528EF-374E-B98C-B10F-42921038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1207-4AED-4D23-BAD2-5E4BD4AE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12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FA707-3452-B3FE-6B41-EFA4371BD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86BB4-EB12-9718-AF94-DA0EFDC07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DC489-1363-3347-0DC1-6B875BA6B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89A71-1703-F05E-38AB-4BAD06F21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037C-C67F-404C-BD90-8BCBFE4C0B56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6141B-4CCF-4DD2-8E1B-F74D57512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06AF3-6E3D-1F48-999E-A87F77DA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1207-4AED-4D23-BAD2-5E4BD4AE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64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8BC04-7DCB-9BCC-AE5D-D36C0B0D2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4B97A-186E-6AA4-9734-065D4CB51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A61E5-2643-A9BA-C019-AA939A40D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C05652-0B80-7FEE-B95D-79AA952B79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972411-80A2-E951-533D-F30B431900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1EBFA4-67D8-6254-519E-6F69B7BA7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037C-C67F-404C-BD90-8BCBFE4C0B56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1696CB-FC05-77F3-9AF5-80EF43589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182FA-707F-B7D0-6782-3E18D7DD9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1207-4AED-4D23-BAD2-5E4BD4AE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93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C1F2B-412E-3BB3-A89D-72C943017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217F6-4F41-DFC6-DDB4-EA4B7443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037C-C67F-404C-BD90-8BCBFE4C0B56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81F6AF-57A6-78EE-9D0B-9248BECA2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1B7B1-9109-FBF4-E671-7EFAC6B8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1207-4AED-4D23-BAD2-5E4BD4AE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881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A99437-D807-1B06-8B22-A8A6D7C40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037C-C67F-404C-BD90-8BCBFE4C0B56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7D9FF1-3995-23D7-DD0F-5CF019DC6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A418D-5BCD-AF37-0059-92F2BEEB0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1207-4AED-4D23-BAD2-5E4BD4AE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74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D5365-061A-FC01-96A3-C548CAB01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50524-E636-C23C-5F02-485894717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2CD94-C10F-83A5-ED5D-DDB2C2CE9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25241-15A4-BC85-32F7-0568CD37D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037C-C67F-404C-BD90-8BCBFE4C0B56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8750E-01C5-6171-EDF8-9F0B49306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7E826-4C70-156B-38D8-110D0C56E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1207-4AED-4D23-BAD2-5E4BD4AE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14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8B35D-C5A7-7CFA-D708-3BCD1043A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837248-7EBD-1962-7B20-34C3055C96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18581-1C72-31DC-8ECD-C057FDCBD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2439B-4F62-1E8E-8771-B429B8FE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037C-C67F-404C-BD90-8BCBFE4C0B56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E5F83-554B-EE02-B34B-C989AD47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B6C63-5E99-0613-5B16-DEAB69953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1207-4AED-4D23-BAD2-5E4BD4AE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889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A3444-35F9-C5DD-B207-BD4145154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1EC036-841B-F144-B0EA-2A549DFE0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9BE93-CCE7-B9AB-BE25-F6DEA697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037C-C67F-404C-BD90-8BCBFE4C0B56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5C2C2-727F-F9B2-3403-897B2FD4D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29872-09CB-46B1-D7D2-A59621057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1207-4AED-4D23-BAD2-5E4BD4AE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84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F4ABDB-A7DC-D0F1-C108-5ECF4D7989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0BD82-481B-C564-D6CB-F79E1788F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F7F16-3A07-6434-12D4-9D13F4C44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D037C-C67F-404C-BD90-8BCBFE4C0B56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9EE70-0CAE-DFD1-0566-56B9557B0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2BF1E-587E-DED1-DAB7-9252C306C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C1207-4AED-4D23-BAD2-5E4BD4AE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74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234AFC-E4FE-99F8-5A20-140EBE099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43259-920F-9C33-0BFB-F6D8F47D2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861F7-C18D-3C83-DBFA-4468D86879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ED037C-C67F-404C-BD90-8BCBFE4C0B56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2719A-0814-F820-8B51-7C6CACAA2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ECCCE-53B9-2C7C-E72D-9D7128F3B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BC1207-4AED-4D23-BAD2-5E4BD4AEE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14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CFC7-B1EA-A338-B625-18FAE289B0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Portfolio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67FFC-34D5-4F8A-5BC9-A092FA362F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Progress Guide </a:t>
            </a:r>
          </a:p>
        </p:txBody>
      </p:sp>
    </p:spTree>
    <p:extLst>
      <p:ext uri="{BB962C8B-B14F-4D97-AF65-F5344CB8AC3E}">
        <p14:creationId xmlns:p14="http://schemas.microsoft.com/office/powerpoint/2010/main" val="3398078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6FA8C68-DB13-4835-A4FB-04EF0641E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704" y="332943"/>
            <a:ext cx="9078592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87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71A33D9-75C8-563F-3568-E0AA982B6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467" y="288758"/>
            <a:ext cx="9431066" cy="628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135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1F83554-6B9C-4534-7162-205589392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019" y="1385602"/>
            <a:ext cx="9211961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59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D9A91C89-C393-F137-0DB6-9155E8BCC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783" y="466311"/>
            <a:ext cx="9202434" cy="59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91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black screen&#10;&#10;Description automatically generated">
            <a:extLst>
              <a:ext uri="{FF2B5EF4-FFF2-40B4-BE49-F238E27FC236}">
                <a16:creationId xmlns:a16="http://schemas.microsoft.com/office/drawing/2014/main" id="{81EF3B63-B4F5-263D-924E-4ADE651D5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888" y="680654"/>
            <a:ext cx="9126224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39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D02A482D-410C-7E86-27A9-B3A54AFEB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914" y="1966708"/>
            <a:ext cx="9288171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124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F4A430D-D8AF-8C13-8518-3E80F7296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335" y="580627"/>
            <a:ext cx="9345329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847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62FF920-A0C2-449D-6274-6B97B1474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519" y="1409418"/>
            <a:ext cx="9392961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13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Description automatically generated">
            <a:extLst>
              <a:ext uri="{FF2B5EF4-FFF2-40B4-BE49-F238E27FC236}">
                <a16:creationId xmlns:a16="http://schemas.microsoft.com/office/drawing/2014/main" id="{1EF42BA7-A228-D650-D5EB-800555DA3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309" y="852128"/>
            <a:ext cx="9545382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22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A2B281B-8417-5E23-3BEE-0E783660B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861" y="1914313"/>
            <a:ext cx="9326277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502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Portfolio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Keerthi  Reddy Aalla</dc:creator>
  <cp:lastModifiedBy>Keerthi  Reddy Aalla</cp:lastModifiedBy>
  <cp:revision>1</cp:revision>
  <dcterms:created xsi:type="dcterms:W3CDTF">2026-10-22T12:13:28Z</dcterms:created>
  <dcterms:modified xsi:type="dcterms:W3CDTF">2026-10-22T12:13:29Z</dcterms:modified>
</cp:coreProperties>
</file>